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Meiryo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Meiryo"/>
              </a:rPr>
              <a:t>パターン別の概算総額（万円・幅で表示）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下限（万円）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233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③ 既製品＋名入れ</c:v>
                  </c:pt>
                  <c:pt idx="1">
                    <c:v>② 小ロットオーダー</c:v>
                  </c:pt>
                  <c:pt idx="2">
                    <c:v>① フルオーダー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11.9</c:v>
                </c:pt>
                <c:pt idx="1">
                  <c:v>31.2</c:v>
                </c:pt>
                <c:pt idx="2">
                  <c:v>46.2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上限（万円）</c:v>
                </c:pt>
              </c:strCache>
            </c:strRef>
          </c:tx>
          <c:spPr>
            <a:solidFill>
              <a:srgbClr val="8E9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233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③ 既製品＋名入れ</c:v>
                  </c:pt>
                  <c:pt idx="1">
                    <c:v>② 小ロットオーダー</c:v>
                  </c:pt>
                  <c:pt idx="2">
                    <c:v>① フルオーダー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26.9</c:v>
                </c:pt>
                <c:pt idx="1">
                  <c:v>46.2</c:v>
                </c:pt>
                <c:pt idx="2">
                  <c:v>55.2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233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3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0"/>
        <c:axPos val="b"/>
        <c:majorGridlines>
          <c:spPr>
            <a:ln w="12700" cap="flat">
              <a:solidFill>
                <a:srgbClr val="E4E9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6483"/>
              </a:solidFill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司からの指示：新規ジャケット（工場訪問用作業着）とネックストラップについて、コスト感・発注先・納期・イメージ感を確認。候補は法人向けにオリジナル展開している企業をそれぞれ3案ピックアッ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数値の出典と確度は「数値の出典と確度」ページを参照。公表されていない項目は要見積。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①の50セット・2〜3ヶ月という数値は一次調査のメモにあったもので、公開サイト上では確認できていない。見積で確定させる。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solidFill>
            <a:srgbClr val="1E2761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291840"/>
            <a:ext cx="3108960" cy="3108960"/>
          </a:xfrm>
          <a:prstGeom prst="ellipse">
            <a:avLst/>
          </a:prstGeom>
          <a:solidFill>
            <a:srgbClr val="E39B2E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39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 RENEWAL / 2026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工場ユニフォーム検討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54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新規ジャケット（工場訪問時の作業着）とネックストラップ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コスト感・発注先・納期・イメージ感の確認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70916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 w="12700">
            <a:solidFill>
              <a:srgbClr val="3640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47091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候補：ジャケット3案／ストラップ3案　法人向けオリジナル制作サイトを比較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97B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2026年9月6日／担当：髙山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調査サマリ（結論）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¥3,600〜18,000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ジャケット1着あたり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（既製品＋刺繍〜フルオーダー）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50876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44568" y="16916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¥137〜244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544568" y="23317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ストラップ1本あたり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（HOTSTRAP公表単価・税込）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83296" y="150876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11896" y="16916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730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2週間〜8ヶ月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311896" y="23317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納期の幅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（既製品加工〜フルオーダー量産）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40156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価格差は「どこまでオリジナルにするか」でほぼ決まる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73075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フルオーダーは1着15,000〜18,000円（KIRUMIRAI調査）。既製ブルゾン3,000〜4,000円台＋社名刺繍220〜660円なら1着4,000円前後から。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39826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4398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37083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ネックストラップはフルカラー昇華が1本から発注できる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70001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HOTSTRAPはフルカラー昇華232円〜／シルク137円〜（税込）、1本から。KANARY・青山ストラップは30本〜。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5367528"/>
            <a:ext cx="457200" cy="457200"/>
          </a:xfrm>
          <a:prstGeom prst="ellipse">
            <a:avLst/>
          </a:prstGeom>
          <a:solidFill>
            <a:srgbClr val="E39B2E"/>
          </a:solidFill>
          <a:ln w="12700">
            <a:solidFill>
              <a:srgbClr val="E39B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534009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納期はフルオーダーが最大の制約。平均4〜5ヶ月、海外縫製なら6〜8ヶ月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56692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国内生産で3〜4ヶ月、色にこだわり染色工程が入るとさらに+2ヶ月。既製品＋刺繍なら約2週間。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PREMISE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検討の前提と、先に決めたい5項目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57784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本資料の前提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想定人数は30名／1人あたりジャケット1着＋ストラップ1本で試算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用途は「工場訪問時の作業着」。常時着用の現場作業服ではなく、来客・視察対応も想定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ストラップは現行品（フルカラー昇華・両面プリント）と同等のイメージを踏襲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価格・納期は各社サイトおよび業界相場の公開情報ベースの目安。正式見積は別途取得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68680" y="4617720"/>
            <a:ext cx="4937760" cy="1188720"/>
          </a:xfrm>
          <a:prstGeom prst="roundRect">
            <a:avLst>
              <a:gd name="adj" fmla="val 4615"/>
            </a:avLst>
          </a:prstGeom>
          <a:solidFill>
            <a:srgbClr val="FDF4E4"/>
          </a:solidFill>
          <a:ln w="12700">
            <a:solidFill>
              <a:srgbClr val="F0DC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47091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A5A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見積依頼時に必ず伝える情報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A5A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数量／サイズ展開／希望納期／ロゴデータ形式（ai・eps）／予算上限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0" y="1463040"/>
            <a:ext cx="52120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162763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1554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178040" y="184708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何名分か（サイズ別内訳も）。ロットで単価が大きく変わる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2368296"/>
            <a:ext cx="52120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0" y="253288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245973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着用開始時期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275234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いつから着たいか。フルオーダー可否の分岐点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0" y="3273552"/>
            <a:ext cx="52120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0" y="343814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178040" y="33649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予算上限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6576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1着いくらまで許容か（3案の選択に直結）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0" y="4178808"/>
            <a:ext cx="52120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434340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42702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デザイン方針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456285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自社カラー・ロゴ位置。フルオーダーか既製品ベースか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0" y="5084064"/>
            <a:ext cx="52120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0" y="5248656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0" y="5248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178040" y="517550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支給範囲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7178040" y="546811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ジャケットのみか、パンツ・インナーも含むか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JACKET / 候補①〜③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ジャケット（工場訪問用作業着）候補3案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91640"/>
            <a:ext cx="306324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候補① フルオーダー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2140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日本被服工業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88336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nihonhifuku.jp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最小ロット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017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要問合せ（相場は国内100着〜）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529584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単価目安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352958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15,000〜18,000円/着（相場）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041648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納期目安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404164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要問合せ（相場4〜5ヶ月）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6177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デザイン・素材選定からサンプル、サイズ合わせ、量産まで一貫対応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刺繍・プリント・ワッペンなど加工の選択肢が広い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ロット・納期・価格は自社サイトに明示がなく、見積で確定させる必要あり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15968" y="1481328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44568" y="1691640"/>
            <a:ext cx="3063240" cy="310896"/>
          </a:xfrm>
          <a:prstGeom prst="roundRect">
            <a:avLst>
              <a:gd name="adj" fmla="val 50000"/>
            </a:avLst>
          </a:prstGeom>
          <a:solidFill>
            <a:srgbClr val="2E5A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44568" y="16916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候補② 小ロット・パターンオーダー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44568" y="212140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ユニフォームネット（Bechule）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544568" y="2688336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uniform-net.jp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44568" y="301752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最小ロット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596128" y="3017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20着〜（サイトに明記）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44568" y="3529584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単価目安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596128" y="352958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公表なし（要見積）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544568" y="4041648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納期目安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596128" y="404164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国内3〜4ヶ月／海外6〜8ヶ月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544568" y="46177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ヒアリング→デザインイラスト作成→サンプル制作まで対応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小ロット専用パターンオーダーの最小ロットをサイトで明示している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納期は生産地で大きく変わる。サンプルのやり直しを含めると約1年の記載も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83296" y="1481328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11896" y="1691640"/>
            <a:ext cx="3063240" cy="310896"/>
          </a:xfrm>
          <a:prstGeom prst="roundRect">
            <a:avLst>
              <a:gd name="adj" fmla="val 50000"/>
            </a:avLst>
          </a:prstGeom>
          <a:solidFill>
            <a:srgbClr val="E3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11896" y="16916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候補③ 既製品＋名入れ（一般サイト）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311896" y="212140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ユニフォームネクスト／ワークキング 他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311896" y="2688336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uniformnext.com ほか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311896" y="301752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最小ロット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363456" y="3017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1着〜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311896" y="3529584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単価目安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9363456" y="352958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本体3,000〜8,000円＋刺繍220〜660円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311896" y="4041648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納期目安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363456" y="404164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約2週間（在庫品）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311896" y="46177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既製ブルゾンに社名刺繍・プリントを1着から加工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低価格帯ブルゾンは3,000〜4,000円台、上下で7,000〜8,000円（2025年秋時点）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現物確認ができ、追加発注・サイズ交換も容易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JACKET / 比較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ジャケット3案の比較（数値の出所つき）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301752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① 日本被服工業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フルオーダー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② ユニフォームネット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小ロットオーダー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③ 一般サイト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既製品＋名入れ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最小ロット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要問合せ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（相場：国内100着〜）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20着〜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（サイトに明記）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1着〜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（サイトに明記）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単価目安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15,000〜18,000円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（第三者調査の相場）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公表なし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（要見積）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本体3,000〜8,000円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＋刺繍220〜660円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納期目安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要問合せ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（相場：4〜5ヶ月）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国内3〜4ヶ月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海外6〜8ヶ月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約2週間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（在庫品）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デザイン自由度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 型・素材から設計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既存型をベースに調整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既製デザイン＋ロゴのみ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初期費用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型代・サンプル代が発生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サンプル代が発生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ほぼ不要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向くケース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全社刷新・長期運用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少人数でも独自性を出したい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早く・安く始めたい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492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DF4E4"/>
          </a:solidFill>
          <a:ln w="12700">
            <a:solidFill>
              <a:srgbClr val="F0DCB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534924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A5A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取り：サイトに数値が明記されているのは②の「20着〜」と③のみ。①は価格・ロット・納期とも非公開のため見積が必須。今期中の着用が必要なら③で先行し、次期に①②を検討する二段構えが現実的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STRAP / 候補①〜③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ネックストラップ候補3案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91640"/>
            <a:ext cx="306324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候補① 法人・伴走型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2140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キラメック（KILAMEK）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88336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kilamek-novelty.com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9992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最小ロット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2999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サイト全体で5個〜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（ストラップ個別は要確認）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5478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単価目安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35478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公表なし（要見積）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0965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納期目安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40965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公表なし（納期交渉可の記載）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7091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BtoB専門。専任担当と相談しながら素材・印刷・パーツを選定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完成データが手元になくてもデザイン面を相談できる点が他社との差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同社は作業服・刺繍加工も扱うため、ジャケットと窓口をまとめられる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15968" y="1481328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44568" y="1691640"/>
            <a:ext cx="3063240" cy="310896"/>
          </a:xfrm>
          <a:prstGeom prst="roundRect">
            <a:avLst>
              <a:gd name="adj" fmla="val 50000"/>
            </a:avLst>
          </a:prstGeom>
          <a:solidFill>
            <a:srgbClr val="2E5A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44568" y="16916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候補② スピード・自動見積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44568" y="212140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HOTSTRAP（ホットストラップ）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544568" y="2688336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hotstrap.jp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44568" y="29992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最小ロット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596128" y="2999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1本〜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544568" y="35478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単価目安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596128" y="35478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昇華フルカラー232円〜／シルク137円〜（税込）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10mmナイロン100本＝244円/本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44568" y="40965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納期目安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596128" y="40965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通常6〜9営業日／特急4〜5営業日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4544568" y="47091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Web上の自動見積で本数・仕様別の金額とPDF見積書をその場で取得できる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ナイロン10/15/20mm、ポリエステル、合皮、プレミアムなど選択肢が広い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3案の中で唯一、単価・納期がサイト上で数値として確認できる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83296" y="1481328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11896" y="1691640"/>
            <a:ext cx="3063240" cy="310896"/>
          </a:xfrm>
          <a:prstGeom prst="roundRect">
            <a:avLst>
              <a:gd name="adj" fmla="val 50000"/>
            </a:avLst>
          </a:prstGeom>
          <a:solidFill>
            <a:srgbClr val="E3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11896" y="16916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候補③ 昇華転写に強い専門店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311896" y="212140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KANARY／青山ストラップ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311896" y="2688336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kanary.jp／ao-strap.com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311896" y="29992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最小ロット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363456" y="2999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KANARY：昇華は30本〜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青山：30〜5,000本の枠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8311896" y="35478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単価目安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9363456" y="35478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青山：大ロットで100円〜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KANARY：サイトに価格表あり（金具別）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8311896" y="40965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納期目安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363456" y="40965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青山：量産開始から14日目出荷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8311896" y="47091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昇華転写のため製版不要＝版代がかからない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グラデーション・写真・多色デザインを再現しやすい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本数が増えるほど単価が下がるため、まとめ発注向き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STRAP / イメージ感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ストラップのイメージ感と仕様の考え方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現行ストラップから引き継ぐ要素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印刷：フルカラー昇華転写（ブルー〜パープルのグラデーション）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文言：「考え抜く。未来のために。／Think Deeply for the Future.」を両面に配置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幅：15〜20mm相当。長さ調整パーツ＋安全パーツ（着脱バックル）付き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金具：ナスカン（回転式）。社員証ケースとの組み合わせを想定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480560"/>
            <a:ext cx="5486400" cy="18288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46634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結論：同等品は十分に再現可能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0749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グラデーションや写真表現は昇華転写の得意領域で、製版が不要なため版代もかからないケースが多い。デザインデータ（ai／eps）さえ用意できれば、50〜100本規模から現行品と同等の仕上がりが狙える。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1481328"/>
            <a:ext cx="53035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15910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印刷方式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726680" y="15727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昇華転写（フルカラー）／シルクスクリーン（1〜6色）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920240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写真・グラデーションなら昇華一択。単色ロゴのみならシルクが安い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309360" y="2450592"/>
            <a:ext cx="53035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2560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素材・幅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54203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ナイロン／ポリエステル、10・15・20mm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2889504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社員証用途は15〜20mmが標準。太いほど印刷が映える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3419856"/>
            <a:ext cx="53035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35295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パーツ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351129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ナスカン、長さ調整、安全バックル、リール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3858768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工場内での引っ掛かり対策として安全バックルは必須級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09360" y="4389120"/>
            <a:ext cx="53035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44988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ロット・単価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4805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50〜100本〜／250〜650円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482803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本数を増やすほど単価は下がる。予備分を含めた発注が有利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9360" y="5358384"/>
            <a:ext cx="53035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5468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726680" y="544982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ai／eps（アウトライン化）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5797296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データがない場合はキラメックのようなデザイン相談可の業者を選ぶ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BENCHMARK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「一般サイトで発注したらどうなるか」の検証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39496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ジャケットを一般サイトで買う場合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ユニフォームネクスト／ワークストリート／ワークキング／ユニフォームタウン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06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7A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メリット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07792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1着から購入でき、社名刺繍も1着から対応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本体3,000〜4,000円台のブルゾンも選べる（上下で7,000〜8,000円）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納期は加工込みで約2週間、在庫があれば即日出荷も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519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45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デメリット・注意点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553712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デザインは既製品の範囲。他社と被る可能性がある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刺繍位置・サイズの自由度は限定的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同一品番が廃番になると翌年に揃わないリスク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481328"/>
            <a:ext cx="539496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92240" y="16916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ストラップを一般サイトで買う場合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057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ラクスル／アスクルパプリ／ノベルティ系ECほか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606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7A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メリット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907792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Web完結で単価と納期が即時に分かる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小ロット・短納期に強く、送料無料の設定も多い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テンプレートでのデザイン作成に対応する場合がある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42519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45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デメリット・注意点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4553712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原則、入稿データ（ai／eps）の用意が前提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細かなパーツ指定・色合わせの相談はしづらい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仕上がりの事前確認（試作）が有料または不可の場合がある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コスト試算（30名分：ジャケット1着＋ストラップ1本）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4008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223760" y="1600200"/>
            <a:ext cx="438912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52360" y="16733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フルオーダー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9659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ジャケット15,000〜18,000円×30＝45.0〜54.0万円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ストラップ232円×50本＝1.2万円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452360" y="25420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約46〜55万円＋型代・サンプル代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223760" y="3063240"/>
            <a:ext cx="438912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31363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小ロットオーダー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452360" y="34290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ジャケット10,000〜15,000円×30＝30.0〜45.0万円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※単価は非公開のため仮置き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7452360" y="40050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約31〜46万円＋サンプル代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223760" y="4526280"/>
            <a:ext cx="438912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4599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730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既製品＋名入れ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452360" y="48920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（本体3,000〜8,000円＋刺繍600円）×30＝10.8〜25.8万円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ストラップ232円×50本＝1.2万円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452360" y="54681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約12〜27万円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223760" y="59436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ストラップはHOTSTRAPの昇華フルカラー232円/本（税込）で50本発注した場合。②の単価は非公開のため相場からの仮置き。送料・型代・サンプル代は別途。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SCHEDULE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想定スケジュール（発注方式別）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305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既製品＋名入れ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017520" y="2148840"/>
            <a:ext cx="1737360" cy="530352"/>
          </a:xfrm>
          <a:prstGeom prst="roundRect">
            <a:avLst>
              <a:gd name="adj" fmla="val 10345"/>
            </a:avLst>
          </a:prstGeom>
          <a:solidFill>
            <a:srgbClr val="E3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7520" y="21488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商品選定・現物確認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846320" y="2148840"/>
            <a:ext cx="1280160" cy="530352"/>
          </a:xfrm>
          <a:prstGeom prst="roundRect">
            <a:avLst>
              <a:gd name="adj" fmla="val 10345"/>
            </a:avLst>
          </a:prstGeom>
          <a:solidFill>
            <a:srgbClr val="E39B2E">
              <a:alpha val="7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214884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データ入稿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217920" y="2148840"/>
            <a:ext cx="1737360" cy="530352"/>
          </a:xfrm>
          <a:prstGeom prst="roundRect">
            <a:avLst>
              <a:gd name="adj" fmla="val 10345"/>
            </a:avLst>
          </a:prstGeom>
          <a:solidFill>
            <a:srgbClr val="E39B2E">
              <a:alpha val="5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21488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加工・納品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3649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小ロットオーダー（国内）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017520" y="3383280"/>
            <a:ext cx="2377440" cy="530352"/>
          </a:xfrm>
          <a:prstGeom prst="roundRect">
            <a:avLst>
              <a:gd name="adj" fmla="val 10345"/>
            </a:avLst>
          </a:prstGeom>
          <a:solidFill>
            <a:srgbClr val="2E5A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17520" y="338328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ヒアリング・デザイン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0" y="3383280"/>
            <a:ext cx="2743200" cy="530352"/>
          </a:xfrm>
          <a:prstGeom prst="roundRect">
            <a:avLst>
              <a:gd name="adj" fmla="val 10345"/>
            </a:avLst>
          </a:prstGeom>
          <a:solidFill>
            <a:srgbClr val="2E5A8C">
              <a:alpha val="7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338328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サンプル制作・確認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321040" y="3383280"/>
            <a:ext cx="3108960" cy="530352"/>
          </a:xfrm>
          <a:prstGeom prst="roundRect">
            <a:avLst>
              <a:gd name="adj" fmla="val 10345"/>
            </a:avLst>
          </a:prstGeom>
          <a:solidFill>
            <a:srgbClr val="2E5A8C">
              <a:alpha val="5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3383280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量産・納品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994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フルオーダー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017520" y="4617720"/>
            <a:ext cx="2103120" cy="530352"/>
          </a:xfrm>
          <a:prstGeom prst="roundRect">
            <a:avLst>
              <a:gd name="adj" fmla="val 10345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17520" y="461772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仕様・素材決定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212080" y="4617720"/>
            <a:ext cx="2834640" cy="530352"/>
          </a:xfrm>
          <a:prstGeom prst="roundRect">
            <a:avLst>
              <a:gd name="adj" fmla="val 10345"/>
            </a:avLst>
          </a:prstGeom>
          <a:solidFill>
            <a:srgbClr val="1E2761">
              <a:alpha val="7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12080" y="461772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型・サンプル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138160" y="4617720"/>
            <a:ext cx="3291840" cy="530352"/>
          </a:xfrm>
          <a:prstGeom prst="roundRect">
            <a:avLst>
              <a:gd name="adj" fmla="val 10345"/>
            </a:avLst>
          </a:prstGeom>
          <a:solidFill>
            <a:srgbClr val="1E2761">
              <a:alpha val="5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38160" y="461772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量産・納品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3017520" y="1645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発注月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480560" y="1645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+1ヶ月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1645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+2ヶ月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1645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+3ヶ月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869680" y="1645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+4ヶ月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332720" y="1645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+5ヶ月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55321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8680" y="55321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納期は「発注確定後」の期間。海外縫製の場合は6〜8ヶ月、染色工程が入るとさらに+2ヶ月。社内での仕様決定・稟議期間も別途必要なため、着用希望日から1ヶ月以上の余裕を見込む。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NEXT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推奨案と次のアクション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86400" cy="2331720"/>
          </a:xfrm>
          <a:prstGeom prst="roundRect">
            <a:avLst>
              <a:gd name="adj" fmla="val 3137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推奨：二段構え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4846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短期：ジャケットは③既製品＋社名刺繍で先行導入（約2週間・30名で約17万円）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中期：来期に向けて①または②のフルオーダーを並行検討（サンプルまで進める）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ストラップは現行と同じ昇華転写で、まず50〜100本の見積を3社取得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4160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上長に判断いただきたい点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5720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着用開始の目標時期（＝フルオーダー可否の分岐）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1着あたりの予算上限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デザインは既存ロゴ流用か、新規制作か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1481328"/>
            <a:ext cx="53035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755648"/>
            <a:ext cx="457200" cy="457200"/>
          </a:xfrm>
          <a:prstGeom prst="ellipse">
            <a:avLst/>
          </a:prstGeom>
          <a:solidFill>
            <a:srgbClr val="E39B2E"/>
          </a:solidFill>
          <a:ln w="12700">
            <a:solidFill>
              <a:srgbClr val="E39B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16276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見積依頼（ジャケット3社）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1938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日本被服工業／ユニフォームネット／一般サイト1社に同条件で依頼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0378440" y="16276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9月中旬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2651760"/>
            <a:ext cx="53035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92240" y="2926080"/>
            <a:ext cx="457200" cy="457200"/>
          </a:xfrm>
          <a:prstGeom prst="ellipse">
            <a:avLst/>
          </a:prstGeom>
          <a:solidFill>
            <a:srgbClr val="E39B2E"/>
          </a:solidFill>
          <a:ln w="12700">
            <a:solidFill>
              <a:srgbClr val="E39B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27980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見積依頼（ストラップ3社）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31089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キラメック／HOTSTRAP／昇華専門店に50・100本の2条件で依頼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0378440" y="27980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9月中旬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9360" y="3822192"/>
            <a:ext cx="53035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92240" y="409651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9224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39684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サンプル取り寄せ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427939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既製ブルゾンの現物と、ストラップの試作を確認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378440" y="39684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9月下旬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09360" y="4992624"/>
            <a:ext cx="53035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92240" y="526694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922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086600" y="51389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社内比較・方針決定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086600" y="544982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見積を並べて短期／中期の方針を確定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378440" y="51389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10月上旬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数値の出典と確度（ここが確定・ここは要見積）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108960"/>
                <a:gridCol w="4846320"/>
                <a:gridCol w="822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数値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掲載ページ（確認先）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確度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JK：最小ロット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20着〜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648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uniform-net.jp/products/small-lot（小ロット専用パターンオーダー）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JK：納期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国内3〜4ヶ月／海外6〜8ヶ月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648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uniform-net.jp/faq ＋ kirumirai.com/information/kikan.html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0730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JK：単価（フルオーダー）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15,000〜18,000円/着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648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kirumirai.com/information/price_full_order.html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0730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JK：ロット相場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国内100着〜／海外300着〜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648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nihonhifuku.jp/columns/work-clothes-order-lot-size ＋ kirumirai.com/information/lot.html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0730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JK：既製品＋刺繍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本体3,000〜8,000円／刺繍220〜660円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648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work-king.shop/blog/workwear_low_price ＋ 作業服各社の刺繍加工ページ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JK：日本被服工業の条件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50セット〜・2〜3ヶ月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648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掲載ページを特定できず（一次調査メモの数値）→ 要見積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5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ST：ロット・単価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1本〜／昇華232円〜・シルク137円〜／10mm100本＝244円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648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hotstrap.jp/fullcolor.php ＋ hotstrap.jp/nylon ＋ /order/fullcolor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ST：納期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通常6〜9営業日／特急4〜5営業日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648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hotstrap.jp/nylon（納期案内）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ST：昇華専門店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KANARY 30本〜／青山 30〜5,000本・14日目出荷・100円〜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648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kanary.jp/.../shoka_neck_price.html ＋ ao-strap.com/largeorder.html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0730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ST：キラメックの条件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サイト全体で5個〜のみ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648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kilamek-novelty.com（ロット・単価・納期の明示なし）→ 要見積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5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98932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FDF4E4"/>
          </a:solidFill>
          <a:ln w="12700">
            <a:solidFill>
              <a:srgbClr val="F0DCB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59893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5A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A＝発注先サイトの該当ページに数値の記載あり／B＝業界メディア・各社コラムに記載の相場値／C＝掲載ページを特定できず＝見積で確定させる項目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参照した情報源と留意事項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291840"/>
                <a:gridCol w="4297680"/>
                <a:gridCol w="22860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区分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サイト・企業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参照内容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ドメイン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ジャケット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日本被服工業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オリジナル作業着オーダー制作／発注ロット・価格相場コラム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nihonhifuku.jp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ジャケット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ユニフォームネット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小ロット専用パターンオーダー（20着〜）／納期に関するFAQ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uniform-net.jp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ジャケット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KIRUMIRAI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フルオーダー作業着の最小ロット・価格・製作期間の調査記事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kirumirai.com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ジャケット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ワークキング／作業服各社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既製ブルゾンの価格帯、社名刺繍の加工料金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work-king.shop ほか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ストラップ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キラメック（キラメックノベルティ）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法人向けオリジナルグッズ、小ロット5個〜の案内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kilamek-novelty.com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ストラップ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HOTSTRAP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ナイロン／フルカラー昇華の単価・納期、自動見積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hotstrap.jp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ストラップ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KANARY／青山ストラップ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昇華転写ネックストラップの価格ページ、量産日数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kanary.jp／ao-strap.com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406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DF4E4"/>
          </a:solidFill>
          <a:ln w="12700">
            <a:solidFill>
              <a:srgbClr val="F0DCB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54406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5A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留意事項：本資料の数値は2026年9月時点で各社サイト・業界メディアに公開されている情報を整理したものです。ページの記載は改定されることがあり、また非公開の項目（①の価格・ロット・納期、②の単価、キラメックの条件）は見積でのみ確定します。発注判断の前に、各社へ同一条件での正式見積を依頼してください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工場ユニフォーム検討</dc:title>
  <dc:subject>PptxGenJS Presentation</dc:subject>
  <dc:creator/>
  <cp:lastModifiedBy/>
  <cp:revision>1</cp:revision>
  <dcterms:created xsi:type="dcterms:W3CDTF">2026-09-07T04:35:26Z</dcterms:created>
  <dcterms:modified xsi:type="dcterms:W3CDTF">2026-09-07T04:35:26Z</dcterms:modified>
</cp:coreProperties>
</file>