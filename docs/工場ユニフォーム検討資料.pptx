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eiryo"/>
              </a:defRPr>
            </a:pPr>
            <a:r>
              <a:rPr sz="1300" b="0" i="0" u="none" strike="noStrike">
                <a:solidFill>
                  <a:srgbClr val="1E2761"/>
                </a:solidFill>
                <a:latin typeface="Meiryo"/>
              </a:rPr>
              <a:t>ジャケット30着分の概算（万円）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ジャケット30着分の概算費用（万円）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.0&quot;万円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3"/>
                    </a:solidFill>
                    <a:latin typeface="Meiryo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③ 既製品＋名入れ</c:v>
                  </c:pt>
                  <c:pt idx="1">
                    <c:v>② 小ロットオーダー</c:v>
                  </c:pt>
                  <c:pt idx="2">
                    <c:v>① フルオーダー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16.8</c:v>
                </c:pt>
                <c:pt idx="1">
                  <c:v>30</c:v>
                </c:pt>
                <c:pt idx="2">
                  <c:v>45</c:v>
                </c:pt>
              </c:numCache>
            </c:numRef>
          </c:val>
        </c:ser>
        <c:dLbls>
          <c:numFmt formatCode="0.0&quot;万円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233"/>
                  </a:solidFill>
                  <a:latin typeface="Meiryo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3"/>
                </a:solidFill>
                <a:latin typeface="Meiryo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b"/>
        <c:majorGridlines>
          <c:spPr>
            <a:ln w="12700" cap="flat">
              <a:solidFill>
                <a:srgbClr val="E4E9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48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司からの指示：新規ジャケット（工場訪問用作業着）とネックストラップについて、コスト感・発注先・納期・イメージ感を確認。候補は法人向けにオリジナル展開している企業をそれぞれ3案ピックアップ。数値は公開情報ベースのため、●＝公式サイト記載、▲＝第三者情報・相場、■＝要見積 で区別している。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金額はいずれも各社公開情報および業界相場からの目安。●▲■で出所を区別している。正式には同一条件での見積依頼が必要。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候補①②は法人向けオリジナル制作会社。候補③は「一般サイトで発注した場合」の比較軸。①の最小ロットは情報が分かれており、公式への確認が必要。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ストラップは3社とも本命仕様（フルカラー昇華）の単価が非公開。HOTSTRAPのシルク印刷単価だけが公開されており、他は要見積。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463040"/>
            <a:ext cx="5669280" cy="5669280"/>
          </a:xfrm>
          <a:prstGeom prst="ellipse">
            <a:avLst/>
          </a:prstGeom>
          <a:solidFill>
            <a:srgbClr val="1E2761">
              <a:alpha val="7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291840"/>
            <a:ext cx="3108960" cy="3108960"/>
          </a:xfrm>
          <a:prstGeom prst="ellipse">
            <a:avLst/>
          </a:prstGeom>
          <a:solidFill>
            <a:srgbClr val="E39B2E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39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 RENEWAL / 2026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03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工場ユニフォーム検討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154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新規ジャケット（工場訪問時の作業着）とネックストラップ</a:t>
            </a:r>
            <a:endParaRPr lang="en-US" sz="16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コスト感・発注先・納期・イメージ感の確認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85216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 w="12700">
            <a:solidFill>
              <a:srgbClr val="364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51560" y="47091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候補：ジャケット3案／ストラップ3案　法人向けオリジナル制作サイトを比較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数値の出所は各ページに ●▲■ で明記（■は要見積）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5806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7B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2026年9月6日／担当：髙山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調査サマリ（結論）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64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¥3,000〜20,000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677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ジャケット1着あたり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③は実売価格 ●／①②は相場 ▲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15968" y="150876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44568" y="1664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¥137〜244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544568" y="22677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ストラップ1本あたり（シルク印刷の公開単価）●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フルカラー昇華の単価は各社非公開 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83296" y="1508760"/>
            <a:ext cx="352044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11896" y="16642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2週間〜5ヶ月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8311896" y="2267712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納期の幅</a:t>
            </a:r>
            <a:endParaRPr lang="en-US" sz="10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（既製品加工 ● 〜 フルオーダー量産 ▲）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66928" y="34564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6928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429000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価格差は「どこまでオリジナルにするか」でほぼ決まる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1188720" y="3758184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既製品への社名刺繍なら本体3,000〜8,000円＋刺繍220〜660円（各社サイト記載）。フルオーダーは相場で1着15,000〜18,000円だが、各社とも単価は非公開のため要見積。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442569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4398264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ネックストラップは現行品と同じフルカラー昇華転写が現実的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188720" y="4727448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昇華転写は製版不要で版代がかからない業者が多く、1本〜30本から対応する社もある。ただしフルカラーの単価は各社とも非公開で、見積必須。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394960"/>
            <a:ext cx="457200" cy="457200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66928" y="5394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5367528"/>
            <a:ext cx="10424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最大のリスクは納期。フルオーダーは着用希望日から逆算が必須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1188720" y="5696712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既製品＋刺繍は約2週間。一方フルオーダーは2〜3ヶ月、小ロットのパターンオーダーは4〜5ヶ月かかる。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●＝各社公式サイトに記載あり　▲＝比較サイト等の第三者情報・業界相場　■＝非公開のため要見積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PREMISE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検討の前提と、先に決めたい5項目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57784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本資料の前提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想定人数は30名／1人あたりジャケット1着＋ストラップ1本で試算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用途は「工場訪問時の作業着」。常時着用の現場作業服ではなく、来客・視察対応も想定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ストラップは現行品（フルカラー昇華・両面プリント）と同等のイメージを踏襲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価格・納期は各社サイトおよび第三者情報からの整理。●▲■で出所を区別し、■は正式見積が必要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4617720"/>
            <a:ext cx="4937760" cy="1188720"/>
          </a:xfrm>
          <a:prstGeom prst="roundRect">
            <a:avLst>
              <a:gd name="adj" fmla="val 4615"/>
            </a:avLst>
          </a:prstGeom>
          <a:solidFill>
            <a:srgbClr val="FDF4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470916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見積依頼時に必ず伝える情報</a:t>
            </a:r>
            <a:endParaRPr lang="en-US" sz="12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200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数量／サイズ展開／希望納期／ロゴデータ形式（ai・eps）／予算上限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146304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83680" y="16276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627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78040" y="15544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数量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184708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何名分か（サイズ別内訳も）。ロットで単価が大きく変わる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0" y="2368296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83680" y="253288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24597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着用開始時期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178040" y="2752344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いつから着たいか。フルオーダー可否の分岐点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273552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34381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8368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178040" y="336499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予算上限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178040" y="36576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1着いくらまで許容か（3案の選択に直結）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0" y="4178808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43434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5836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7178040" y="4270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デザイン方針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178040" y="456285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自社カラー・ロゴ位置。フルオーダーか既製品ベースか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5084064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524865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0" y="5248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178040" y="517550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支給範囲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7178040" y="546811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ジャケットのみか、パンツ・インナーも含むか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JACKET / 候補①〜③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ジャケット（工場訪問用作業着）候補3案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候補① フルオーダー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8483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日本被服工業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nihonhifuku.jp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077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最小ロット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9077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50セット〜 ▲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※20セット〜の情報もあり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649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3649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サイト非公開 ■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相場15,000〜18,000円 ▲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822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82219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約2〜3ヶ月 ▲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26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デザイン・素材選定からサンプル、サイズ合わせ、量産まで一貫対応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刺繍・プリント・ワッペンなど加工の選択肢が広い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完全オリジナルで他社と被らない／ブランディング効果が最も高い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5968" y="1481328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44568" y="1664208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2E5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44568" y="16642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候補② 小ロット・パターンオーダー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208483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ユニフォームネット（Bechule）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26517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uniform-net.jp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29077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最小ロット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367528" y="290779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20着〜 ●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3191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367528" y="31912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サイト非公開 ■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相場10,000〜20,000円 ▲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44568" y="36484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367528" y="3648456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約4〜5ヶ月 ▲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44568" y="4526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100種類以上のパターンをベースに20着から製作可能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サンプルユニフォームは無料。実物を見てからデザインを確定できる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ヒアリング→デザインイラスト作成→サンプル制作まで対応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83296" y="1481328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11896" y="1664208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B073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11896" y="16642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候補③ 既製品＋名入れ（一般サイト）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11896" y="208483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ユニフォームネクスト／ワークストリート 他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11896" y="26517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uniformnext.com ほか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311896" y="29077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最小ロット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134856" y="290779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1着〜 ●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311896" y="3191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34856" y="31912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本体3,000〜8,000円 ●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＋刺繍220〜660円 ●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311896" y="36484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34856" y="3648456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約2週間 ●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311896" y="4526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既製ブルゾンに社名刺繍・プリントを1着から加工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刺繍代は個人名220円・ロゴ550円・安全第一660円などが公開されている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現物確認ができ、追加発注・サイズ交換も容易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●＝各社公式サイトに記載あり　▲＝比較サイト等の第三者情報・業界相場　■＝非公開のため要見積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JACKET / 比較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ジャケット3案の比較と向き・不向き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017520"/>
                <a:gridCol w="3017520"/>
                <a:gridCol w="301752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① 日本被服工業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フルオーダー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② ユニフォームネット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小ロットオーダー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③ 一般サイト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既製品＋名入れ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最小ロット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50セット〜 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（要確認）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20着〜 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1着〜 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15,000〜18,000円 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（サイト非公開 ■）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10,000〜20,000円 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（サイト非公開 ■）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本体3,000〜8,000円 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＋刺繍220〜660円 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納期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2〜3ヶ月 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4〜5ヶ月 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約2週間 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デザイン自由度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◎ 型・素材から設計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○ 既存パターンをベースに調整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△ 既製デザイン＋ロゴのみ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サンプル・初期費用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型代・サンプル代が発生 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サンプルは無料 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ほぼ不要 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向くケース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全社刷新・長期運用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少人数でも独自性を出したい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早く・安く始めたい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663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DF4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516636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読み取り：30名規模なら①②ともロット条件はクリアできるが、納期が2〜5ヶ月かかる。今期中の着用が必要なら③でスタートし、次期に①②へ移行する二段構えが現実的。①②の単価はいずれも公式サイト非公開のため、最終判断は見積待ち。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●＝各社公式サイトに記載あり　▲＝比較サイト等の第三者情報・業界相場　■＝非公開のため要見積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STRAP / 候補①〜③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ネックストラップ候補3案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64208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6642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候補① 法人・伴走型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08483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キラメック（KILAMEK）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6517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kilamek-novelty.com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9077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最小ロット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9077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5個〜 ●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（ノベルティ全般の下限）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3649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336499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非公開 ■ 要見積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6484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4845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非公開 ■ 要見積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※納期交渉可の記載あり ●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526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BtoB専門。専任担当と相談しながら素材・印刷・パーツを選定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完成データが手元になくてもデザイン面を相談できる点が他社との差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同社は作業服・刺繍加工も扱うため、ジャケットと窓口をまとめられる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15968" y="1481328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44568" y="1664208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2E5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44568" y="16642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候補② スピード・自動見積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4544568" y="208483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HOTSTRAP（ホットストラップ）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4544568" y="26517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hotstrap.jp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4544568" y="29077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最小ロット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367528" y="290779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1本〜 ●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4544568" y="3191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367528" y="3191256"/>
            <a:ext cx="2240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100本で244円/本 ●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ポリエステル137円〜 ●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フルカラー昇華は要見積 ■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4544568" y="3822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367528" y="38221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通常6〜9営業日 ●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特急4〜5／最短3営業日 ●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4544568" y="4526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Web上の自動見積で本数・仕様別の金額をその場で確認できる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単価のほかに基本製作料・糸染代・送料が別途かかる点に注意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50本以上は無料で試作1本を確認できる案内あり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83296" y="1481328"/>
            <a:ext cx="3520440" cy="461772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311896" y="1664208"/>
            <a:ext cx="3063240" cy="310896"/>
          </a:xfrm>
          <a:prstGeom prst="roundRect">
            <a:avLst>
              <a:gd name="adj" fmla="val 50000"/>
            </a:avLst>
          </a:prstGeom>
          <a:solidFill>
            <a:srgbClr val="B0730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311896" y="1664208"/>
            <a:ext cx="3063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候補③ 昇華転写に強い専門店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8311896" y="208483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KANARY／青山ストラップ 他</a:t>
            </a:r>
            <a:endParaRPr lang="en-US" sz="1450" dirty="0"/>
          </a:p>
        </p:txBody>
      </p:sp>
      <p:sp>
        <p:nvSpPr>
          <p:cNvPr id="32" name="Text 30"/>
          <p:cNvSpPr txBox="1"/>
          <p:nvPr/>
        </p:nvSpPr>
        <p:spPr>
          <a:xfrm>
            <a:off x="8311896" y="2651760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kanary.jp／ao-strap.com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8311896" y="29077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最小ロット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9134856" y="290779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KANARY 30本〜 ●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8311896" y="3191256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134856" y="3191256"/>
            <a:ext cx="2240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昇華は版代不要 ●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レイアウト代3,000〜5,000円 ●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青山：大ロット100円〜 ●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311896" y="38221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9134856" y="382219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サンプル＋量産で約1ヶ月 ▲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8311896" y="452628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昇華転写のため製版不要＝版代がかからない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グラデーション・写真・多色デザインを再現しやすい</a:t>
            </a:r>
            <a:endParaRPr lang="en-US" sz="1050" dirty="0"/>
          </a:p>
          <a:p>
            <a:pPr marL="342900" indent="-3429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本数が増えるほど単価が下がるため、まとめ発注向き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●＝各社公式サイトに記載あり　▲＝比較サイト等の第三者情報・業界相場　■＝非公開のため要見積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STRAP / イメージ感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ストラップのイメージ感と仕様の考え方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現行ストラップから引き継ぐ要素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8463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印刷：フルカラー昇華転写（ブルー〜パープルのグラデーション）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文言：「考え抜く。未来のために。／Think Deeply for the Future.」を両面に配置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幅：15〜20mm相当。長さ調整パーツ＋安全パーツ（着脱バックル）付き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金具：ナスカン（回転式）。社員証ケースとの組み合わせを想定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480560"/>
            <a:ext cx="5486400" cy="1828800"/>
          </a:xfrm>
          <a:prstGeom prst="roundRect">
            <a:avLst>
              <a:gd name="adj" fmla="val 4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6634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結論：同等品は再現可能。ただし単価は要見積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07492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グラデーションや写真表現は昇華転写の得意領域で、製版が不要なため版代もかからない（KANARYは版代不要・30本〜と明記）。一方でフルカラー昇華の単価は各社とも非公開のため、本数を提示しての見積取得が必須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09360" y="1481328"/>
            <a:ext cx="5303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92240" y="159105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印刷方式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7589520" y="157276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昇華転写（フルカラー）／シルクスクリーン（1〜6色）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1920240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写真・グラデーションなら昇華一択。単色ロゴのみならシルクが安い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2450592"/>
            <a:ext cx="5303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92240" y="2560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素材・幅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7589520" y="25420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ナイロン／ポリエステル、10・15・20mm ●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2889504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社員証用途は15〜20mmが標準。太いほど印刷が映える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309360" y="3419856"/>
            <a:ext cx="5303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92240" y="35295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パーツ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7589520" y="35112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ナスカン、長さ調整、安全バックル、リール ●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3858768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工場内での引っ掛かり対策として安全バックルは必須級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4389120"/>
            <a:ext cx="5303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92240" y="44988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ロット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7589520" y="448056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1本〜（HOTSTRAP）／30本〜（KANARY）●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492240" y="4828032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小ロットでも受けてもらえる。予備分を含めた発注が有利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309360" y="5358384"/>
            <a:ext cx="530352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54681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単価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7589520" y="544982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シルク137〜244円 ●／フルカラー昇華は非公開 ■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5797296"/>
            <a:ext cx="4983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版代は不要でもレイアウト代3,000〜5,000円がかかる場合あり ●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●＝各社公式サイトに記載あり　▲＝比較サイト等の第三者情報・業界相場　■＝非公開のため要見積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BENCHMARK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「一般サイトで発注したらどうなるか」の検証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ジャケットを一般サイトで買う場合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ユニフォームネクスト／ワークストリート／ワークキング／ユニフォームタウン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0779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1着から購入でき、社名刺繍も1着から対応 ●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低価格帯のブルゾンは3,000〜4,000円台、上下で7,000〜8,000円 ●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納期は加工込みで約2週間、在庫があれば即日出荷も ●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251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5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デメリット・注意点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455371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デザインは既製品の範囲。他社と被る可能性がある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刺繍位置・サイズの自由度は限定的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同一品番が廃番になると翌年に揃わないリスク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481328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6492240" y="16916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ストラップを一般サイトで買う場合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9224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ラクスル／アスクルパプリ／ノベルティ系ECほか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60604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4B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メリット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2907792"/>
            <a:ext cx="48463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Web完結で単価と納期が即時に分かる ●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小ロット・短納期に強く、送料無料の設定も多い ●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テンプレートでのデザイン作成に対応する場合がある ●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425196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345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デメリット・注意点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4553712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原則、入稿データ（ai／eps）の用意が前提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細かなパーツ指定・色合わせの相談はしづらい</a:t>
            </a:r>
            <a:endParaRPr lang="en-US" sz="1100" dirty="0"/>
          </a:p>
          <a:p>
            <a:pPr marL="342900" indent="-342900">
              <a:lnSpc>
                <a:spcPts val="1600"/>
              </a:lnSpc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仕上がりの事前確認（試作）が有料または不可の場合がある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●＝各社公式サイトに記載あり　▲＝比較サイト等の第三者情報・業界相場　■＝非公開のため要見積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COST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コスト試算（ジャケット30着分）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4008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223760" y="160020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452360" y="1691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フルオーダー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198424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15,000円 ▲ ×30着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2313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約45.0万円＋型代・サンプル代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23760" y="283464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52360" y="2926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小ロットオーダー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52360" y="321868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10,000円 ▲ ×30着（サンプル無料 ●）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7452360" y="35478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約30.0万円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7223760" y="406908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452360" y="4160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既製品＋名入れ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7452360" y="445312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（本体5,000円＋刺繍600円）● ×30着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7452360" y="4782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約16.8万円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223760" y="5303520"/>
            <a:ext cx="4389120" cy="1005840"/>
          </a:xfrm>
          <a:prstGeom prst="roundRect">
            <a:avLst>
              <a:gd name="adj" fmla="val 5455"/>
            </a:avLst>
          </a:prstGeom>
          <a:solidFill>
            <a:srgbClr val="FDF4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452360" y="53035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ストラップは本命のフルカラー昇華の単価が各社非公開のため未算入。仮に300円×50本なら＋1.5万円程度（要見積）。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5943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①②の単価は相場値（▲）。送料・型代・サンプル代は別途。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●＝各社公式サイトに記載あり　▲＝比較サイト等の第三者情報・業界相場　■＝非公開のため要見積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SCHEDULE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想定スケジュール（発注方式別）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265176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発注月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406908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+1ヶ月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+2ヶ月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+3ヶ月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32104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+4ヶ月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9738360" y="1600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+5ヶ月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39B2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 既製品＋名入れ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4414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 約2週間〜1ヶ月 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17520" y="2148840"/>
            <a:ext cx="441198" cy="475488"/>
          </a:xfrm>
          <a:prstGeom prst="roundRect">
            <a:avLst>
              <a:gd name="adj" fmla="val 10363"/>
            </a:avLst>
          </a:prstGeom>
          <a:solidFill>
            <a:srgbClr val="E3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13582" y="2148840"/>
            <a:ext cx="299466" cy="475488"/>
          </a:xfrm>
          <a:prstGeom prst="roundRect">
            <a:avLst>
              <a:gd name="adj" fmla="val 15267"/>
            </a:avLst>
          </a:prstGeom>
          <a:solidFill>
            <a:srgbClr val="E39B2E">
              <a:alpha val="7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67912" y="2148840"/>
            <a:ext cx="512064" cy="475488"/>
          </a:xfrm>
          <a:prstGeom prst="roundRect">
            <a:avLst>
              <a:gd name="adj" fmla="val 9615"/>
            </a:avLst>
          </a:prstGeom>
          <a:solidFill>
            <a:srgbClr val="E39B2E">
              <a:alpha val="5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17520" y="26974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商品選定・現物確認 → 刺繍データ入稿 → 加工・納品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40156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E5A8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 小ロットオーダー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398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 約4〜5ヶ月 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3447288"/>
            <a:ext cx="2071116" cy="475488"/>
          </a:xfrm>
          <a:prstGeom prst="roundRect">
            <a:avLst>
              <a:gd name="adj" fmla="val 9615"/>
            </a:avLst>
          </a:prstGeom>
          <a:solidFill>
            <a:srgbClr val="2E5A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43500" y="3447288"/>
            <a:ext cx="2071116" cy="475488"/>
          </a:xfrm>
          <a:prstGeom prst="roundRect">
            <a:avLst>
              <a:gd name="adj" fmla="val 9615"/>
            </a:avLst>
          </a:prstGeom>
          <a:solidFill>
            <a:srgbClr val="2E5A8C">
              <a:alpha val="7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9480" y="3447288"/>
            <a:ext cx="2071116" cy="475488"/>
          </a:xfrm>
          <a:prstGeom prst="roundRect">
            <a:avLst>
              <a:gd name="adj" fmla="val 9615"/>
            </a:avLst>
          </a:prstGeom>
          <a:solidFill>
            <a:srgbClr val="2E5A8C">
              <a:alpha val="5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17520" y="39959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ヒアリング・デザイン → サンプル制作・確認（無料）→ 量産・納品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70001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 フルオーダー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03834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計 約2〜3ヶ月 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017520" y="4745736"/>
            <a:ext cx="1078992" cy="475488"/>
          </a:xfrm>
          <a:prstGeom prst="roundRect">
            <a:avLst>
              <a:gd name="adj" fmla="val 9615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51376" y="4745736"/>
            <a:ext cx="1362456" cy="475488"/>
          </a:xfrm>
          <a:prstGeom prst="roundRect">
            <a:avLst>
              <a:gd name="adj" fmla="val 9615"/>
            </a:avLst>
          </a:prstGeom>
          <a:solidFill>
            <a:srgbClr val="1E2761">
              <a:alpha val="7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68696" y="4745736"/>
            <a:ext cx="937260" cy="475488"/>
          </a:xfrm>
          <a:prstGeom prst="roundRect">
            <a:avLst>
              <a:gd name="adj" fmla="val 9615"/>
            </a:avLst>
          </a:prstGeom>
          <a:solidFill>
            <a:srgbClr val="1E2761">
              <a:alpha val="56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17520" y="5294376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仕様・素材決定 → 型・サンプル → 量産・納品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5806440"/>
            <a:ext cx="11064240" cy="731520"/>
          </a:xfrm>
          <a:prstGeom prst="roundRect">
            <a:avLst>
              <a:gd name="adj" fmla="val 10000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80644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納期は「発注確定後」の期間。実際にはこの前に社内での仕様決定・稟議期間が必要なため、着用希望日から逆算して1ヶ月程度の余裕を見込む。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NEXT ACTION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推奨案と次のアクション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81328"/>
            <a:ext cx="5486400" cy="2331720"/>
          </a:xfrm>
          <a:prstGeom prst="roundRect">
            <a:avLst>
              <a:gd name="adj" fmla="val 3137"/>
            </a:avLst>
          </a:prstGeom>
          <a:solidFill>
            <a:srgbClr val="1E2761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推奨：二段構え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48463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短期：ジャケットは③既製品＋社名刺繍で先行導入（約2週間・30着で約17万円）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中期：来期に向けて①または②のフルオーダーを並行検討（②はサンプル無料）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ストラップは現行と同じ昇華転写で、まず50本・100本の2条件で見積を3社取得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  <a:effectLst>
            <a:outerShdw sx="100000" sy="100000" kx="0" ky="0" algn="bl" rotWithShape="0" blurRad="101600" dist="25400" dir="5400000">
              <a:srgbClr val="9AA5C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68680" y="41605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上長に判断いただきたい点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72000"/>
            <a:ext cx="48463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着用開始の目標時期（＝フルオーダー可否の分岐）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1着あたりの予算上限</a:t>
            </a:r>
            <a:endParaRPr lang="en-US" sz="1200" dirty="0"/>
          </a:p>
          <a:p>
            <a:pPr marL="342900" indent="-342900">
              <a:lnSpc>
                <a:spcPts val="19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デザインは既存ロゴ流用か、新規制作か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481328"/>
            <a:ext cx="5303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1755648"/>
            <a:ext cx="457200" cy="457200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92240" y="17556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162763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見積依頼（ジャケット3社）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19385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日本被服工業／ユニフォームネット／一般サイト1社に同条件で依頼。①は最小ロットも確認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332720" y="162763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9月中旬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651760"/>
            <a:ext cx="5303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2926080"/>
            <a:ext cx="457200" cy="457200"/>
          </a:xfrm>
          <a:prstGeom prst="ellipse">
            <a:avLst/>
          </a:prstGeom>
          <a:solidFill>
            <a:srgbClr val="E39B2E"/>
          </a:solidFill>
          <a:ln w="12700">
            <a:solidFill>
              <a:srgbClr val="E39B2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086600" y="27980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見積依頼（ストラップ3社）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7086600" y="31089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キラメック／HOTSTRAP／昇華専門店に50・100本の2条件で依頼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332720" y="279806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9月中旬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822192"/>
            <a:ext cx="5303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0965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4096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86600" y="396849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サンプル取り寄せ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4279392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既製ブルゾンの現物と、ストラップの試作を確認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10332720" y="396849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9月下旬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09360" y="4992624"/>
            <a:ext cx="5303520" cy="1024128"/>
          </a:xfrm>
          <a:prstGeom prst="roundRect">
            <a:avLst>
              <a:gd name="adj" fmla="val 5357"/>
            </a:avLst>
          </a:prstGeom>
          <a:solidFill>
            <a:srgbClr val="FFFFFF"/>
          </a:solidFill>
          <a:ln w="12700">
            <a:solidFill>
              <a:srgbClr val="DDE3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92240" y="5266944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086600" y="513892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2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社内比較・方針決定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5449824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48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見積を並べて短期／中期の方針を確定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0332720" y="5138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10月上旬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0730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数値の出所一覧（●公式サイト ／ ▲第三者情報 ／ ■要見積）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5303520"/>
                <a:gridCol w="822960"/>
                <a:gridCol w="356616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区分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内容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出所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参照元</a:t>
                      </a:r>
                      <a:endParaRPr lang="en-US" sz="11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最小ロット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20着〜（ユニフォームネット）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7A4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uniform-net.jp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最小ロット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1本〜（HOTSTRAP）／30本〜（KANARY）／5個〜（キラメック）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7A4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hotstrap.jp ほか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最小ロット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50セット〜（日本被服工業）※20セット〜との情報もあり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73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nihonhifuku.jp／kirumirai.com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刺繍220〜660円、既製ブルゾン3,000〜8,000円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7A4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各作業服通販サイト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ナイロン100本＝244円/本、ポリエステル137円〜、青山 大ロット100円〜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7A4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hotstrap.jp／ao-strap.com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フルオーダー15,000〜18,000円、小ロット10,000〜20,000円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73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kirumirai.com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単価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フルカラー昇華ストラップ、キラメック全般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3453A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■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各社に見積依頼が必要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納期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既製品＋刺繍 約2週間、HOTSTRAP 3〜9営業日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C7A4B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●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各社サイト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2761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納期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フルオーダー2〜3ヶ月、小ロットオーダー4〜5ヶ月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0730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▲</a:t>
                      </a:r>
                      <a:endParaRPr lang="en-US" sz="10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22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nihonhifuku.jp／kirumirai.com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7150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DF4E4"/>
          </a:solidFill>
          <a:ln w="12700">
            <a:solidFill>
              <a:srgbClr val="F0DCB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571500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150" dirty="0">
                <a:solidFill>
                  <a:srgbClr val="8A5A12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留意事項：●は2026年9月時点で各社サイトに掲載されている数値、▲は比較サイト等の第三者情報・業界相場、■は非公開の項目です。発注判断の前に、各社へ同一条件（数量・仕様・希望納期）での正式見積を依頼してください。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工場ユニフォーム検討</dc:title>
  <dc:subject>PptxGenJS Presentation</dc:subject>
  <dc:creator/>
  <cp:lastModifiedBy/>
  <cp:revision>1</cp:revision>
  <dcterms:created xsi:type="dcterms:W3CDTF">2026-09-07T04:44:17Z</dcterms:created>
  <dcterms:modified xsi:type="dcterms:W3CDTF">2026-09-07T04:44:17Z</dcterms:modified>
</cp:coreProperties>
</file>